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rPr sz="4400" dirty="0"/>
              <a:t>OBSTOCKER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874519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4D5E9"/>
                </a:solidFill>
                <a:latin typeface="Aptos"/>
              </a:defRPr>
            </a:pPr>
            <a:r>
              <a:t>AI-Powered Inventory &amp; Demand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606040"/>
            <a:ext cx="5852160" cy="384048"/>
          </a:xfrm>
          <a:prstGeom prst="round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6243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PREDICT DEMAND  •  PREVENT STOCKOUTS  •  OPTIMIZE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794760"/>
            <a:ext cx="9052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Because empty shelves lose sales, and overstocked shelves lose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989320"/>
            <a:ext cx="3657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AB9CB"/>
                </a:solidFill>
                <a:latin typeface="Aptos"/>
              </a:defRPr>
            </a:pPr>
            <a:r>
              <a:rPr dirty="0"/>
              <a:t>Hack</a:t>
            </a:r>
            <a:r>
              <a:rPr lang="en-US" dirty="0"/>
              <a:t> In Motion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0" y="5989320"/>
            <a:ext cx="393192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50" b="0">
                <a:solidFill>
                  <a:srgbClr val="AAB9CB"/>
                </a:solidFill>
                <a:latin typeface="Aptos"/>
              </a:defRPr>
            </a:pPr>
            <a:r>
              <a:rPr dirty="0"/>
              <a:t>[</a:t>
            </a:r>
            <a:r>
              <a:rPr lang="en-US" dirty="0"/>
              <a:t>RICR-HIM-1273</a:t>
            </a:r>
            <a:r>
              <a:rPr dirty="0"/>
              <a:t>]  •  [</a:t>
            </a:r>
            <a:r>
              <a:rPr lang="en-US" dirty="0"/>
              <a:t>Mayank Singh Bhati, Vivek Chauhan, Divya Prajapati, Arham Jamal</a:t>
            </a:r>
            <a:r>
              <a:rPr dirty="0"/>
              <a:t>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4754880"/>
            <a:ext cx="219456" cy="64008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10928" y="4389120"/>
            <a:ext cx="219456" cy="1005840"/>
          </a:xfrm>
          <a:prstGeom prst="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94976" y="3977640"/>
            <a:ext cx="219456" cy="141732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79024" y="3566160"/>
            <a:ext cx="219456" cy="18288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863072" y="4160520"/>
            <a:ext cx="219456" cy="12344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96A5B6"/>
                </a:solidFill>
                <a:latin typeface="Aptos"/>
              </a:defRPr>
            </a:pPr>
            <a:r>
              <a:t>OBSTOCKER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The Inventory Balancing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Two ways to lose money — and one question every retailer 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32918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1051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STOCKOUT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67712"/>
            <a:ext cx="406908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Too little inventory → products run out → customers leave → sales are lost.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64008" cy="32918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7922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810512"/>
            <a:ext cx="4069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OVERSTOCK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267712"/>
            <a:ext cx="406908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Too much inventory → capital gets stuck → storage costs rise → slow-moving stock becomes a liability.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4924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E1F35"/>
                </a:solidFill>
                <a:latin typeface="Aptos"/>
              </a:defRPr>
            </a:pPr>
            <a:r>
              <a:t>How much stock should we keep today for the demand of tomorrow?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73952"/>
            <a:ext cx="10058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rPr dirty="0"/>
              <a:t>OBSTOCKER  •  </a:t>
            </a: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Why This Problem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Demand changes constantly — but many inventory decisions are still reactive.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0175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647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GUESSWORK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21992"/>
            <a:ext cx="242316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Small and mid-sized businesses may rely on spreadsheets, experience, or basic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600200"/>
            <a:ext cx="64008" cy="301752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746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7647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CHANGING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221992"/>
            <a:ext cx="242316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Seasons, festivals, trends, discounts, and other factors can shift buying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0020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64008" cy="301752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746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7647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EXPENSIVE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221992"/>
            <a:ext cx="242316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Advanced forecasting systems can be difficult for smaller businesses to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97482"/>
                </a:solidFill>
                <a:latin typeface="Aptos"/>
              </a:defRPr>
            </a:pPr>
            <a:r>
              <a:t>The opportunity: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89204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E1F35"/>
                </a:solidFill>
                <a:latin typeface="Aptos"/>
              </a:defRPr>
            </a:pPr>
            <a:r>
              <a:t>Make data-driven inventory forecasting practical, understandable, and actionable.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Meet OBSTOCKER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A business tool that turns historical data into future inventory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1F35"/>
                </a:solidFill>
                <a:latin typeface="Aptos"/>
              </a:defRPr>
            </a:pPr>
            <a:r>
              <a:t>Historical Sales + Current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667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6002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1F35"/>
                </a:solidFill>
                <a:latin typeface="Aptos"/>
              </a:defRPr>
            </a:pPr>
            <a:r>
              <a:t>Demand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667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60020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1F35"/>
                </a:solidFill>
                <a:latin typeface="Aptos"/>
              </a:defRPr>
            </a:pPr>
            <a:r>
              <a:t>Risk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00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667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160020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A9D68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64008" cy="201168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89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07792"/>
            <a:ext cx="1005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364992"/>
            <a:ext cx="100583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Products, stock, categories, suppliers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7432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71800" y="2743200"/>
            <a:ext cx="64008" cy="2011680"/>
          </a:xfrm>
          <a:prstGeom prst="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2968" y="2889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7B4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2907792"/>
            <a:ext cx="1005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3364992"/>
            <a:ext cx="100583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Historical sales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27432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0" y="2743200"/>
            <a:ext cx="64008" cy="201168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13248" y="2889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2907792"/>
            <a:ext cx="1005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3364992"/>
            <a:ext cx="100583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Future demand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27432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52360" y="2743200"/>
            <a:ext cx="64008" cy="201168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53528" y="2889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907792"/>
            <a:ext cx="1005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3364992"/>
            <a:ext cx="100583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Stockout / overstock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274320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92640" y="2743200"/>
            <a:ext cx="64008" cy="201168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93808" y="28895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2907792"/>
            <a:ext cx="1005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3364992"/>
            <a:ext cx="100583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Make a smarter restocking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2578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E1F35"/>
                </a:solidFill>
                <a:latin typeface="Aptos"/>
              </a:defRPr>
            </a:pPr>
            <a:r>
              <a:t>Manage  →  Analyze  →  Predict  →  Alert  →  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What OBSTOCKER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The must-have capabilities from the challenge, connected into one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8288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7335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Secure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30552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Sign-up / login with private user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508760"/>
            <a:ext cx="64008" cy="1828800"/>
          </a:xfrm>
          <a:prstGeom prst="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7B4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67335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Inventory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130552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Add, edit, delete, and view stock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64008" cy="182880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67335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Sales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30552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Upload or seed historical sales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64008" cy="182880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89534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91363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Demand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370831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Generate future demand predictions per product.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3749039"/>
            <a:ext cx="64008" cy="182880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389534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391363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Smart Stock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4370831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Flag products likely to run low or become overstocked.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749039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749039"/>
            <a:ext cx="64008" cy="18288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22208" y="389534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3913631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Actionable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370831"/>
            <a:ext cx="24231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See inventory, forecast trends, and alerts in seconds.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Product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8618957" cy="5031166"/>
          </a:xfrm>
          <a:prstGeom prst="round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96A5B6"/>
                </a:solidFill>
                <a:latin typeface="Aptos"/>
              </a:defRPr>
            </a:pPr>
            <a:r>
              <a:t>OBSTOCKER  •  6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A89820C-D229-DB8F-84DA-4612E3AEF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93" y="1480934"/>
            <a:ext cx="7348062" cy="4133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Demand Forecasting — The 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Forecasts should be genuinely data-driven, not random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97482"/>
                </a:solidFill>
                <a:latin typeface="Aptos"/>
              </a:defRPr>
            </a:pPr>
            <a:r>
              <a:t>PAST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E1F35"/>
                </a:solidFill>
                <a:latin typeface="Aptos"/>
              </a:defRPr>
            </a:pPr>
            <a:r>
              <a:t>Historical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482"/>
                </a:solidFill>
                <a:latin typeface="Aptos"/>
              </a:defRPr>
            </a:pPr>
            <a:r>
              <a:t>Trend + seasonality</a:t>
            </a:r>
            <a:br/>
            <a:r>
              <a:t>where applicable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667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97482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E1F35"/>
                </a:solidFill>
                <a:latin typeface="Aptos"/>
              </a:defRPr>
            </a:pPr>
            <a:r>
              <a:t>Future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482"/>
                </a:solidFill>
                <a:latin typeface="Aptos"/>
              </a:defRPr>
            </a:pPr>
            <a:r>
              <a:t>Expected units sold</a:t>
            </a:r>
            <a:br/>
            <a:r>
              <a:t>next week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667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97482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E1F35"/>
                </a:solidFill>
                <a:latin typeface="Aptos"/>
              </a:defRPr>
            </a:pPr>
            <a:r>
              <a:t>What should we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2316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482"/>
                </a:solidFill>
                <a:latin typeface="Aptos"/>
              </a:defRPr>
            </a:pPr>
            <a:r>
              <a:t>Reorder • Monitor • Review overstock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105156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1F35"/>
                </a:solidFill>
                <a:latin typeface="Aptos"/>
              </a:defRPr>
            </a:pPr>
            <a:r>
              <a:t>Illustrative forecast 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5212080"/>
            <a:ext cx="9509760" cy="0"/>
          </a:xfrm>
          <a:prstGeom prst="line">
            <a:avLst/>
          </a:prstGeom>
          <a:ln w="3175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80160" y="4297680"/>
            <a:ext cx="0" cy="914400"/>
          </a:xfrm>
          <a:prstGeom prst="line">
            <a:avLst/>
          </a:prstGeom>
          <a:ln w="3175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63040" y="4754880"/>
            <a:ext cx="731520" cy="182880"/>
          </a:xfrm>
          <a:prstGeom prst="line">
            <a:avLst/>
          </a:prstGeom>
          <a:ln w="31750">
            <a:solidFill>
              <a:srgbClr val="26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4560" y="4754880"/>
            <a:ext cx="731520" cy="91440"/>
          </a:xfrm>
          <a:prstGeom prst="line">
            <a:avLst/>
          </a:prstGeom>
          <a:ln w="31750">
            <a:solidFill>
              <a:srgbClr val="26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26080" y="4572000"/>
            <a:ext cx="731520" cy="274320"/>
          </a:xfrm>
          <a:prstGeom prst="line">
            <a:avLst/>
          </a:prstGeom>
          <a:ln w="31750">
            <a:solidFill>
              <a:srgbClr val="26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572000"/>
            <a:ext cx="731520" cy="91440"/>
          </a:xfrm>
          <a:prstGeom prst="line">
            <a:avLst/>
          </a:prstGeom>
          <a:ln w="31750">
            <a:solidFill>
              <a:srgbClr val="26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89120" y="4343400"/>
            <a:ext cx="731520" cy="320040"/>
          </a:xfrm>
          <a:prstGeom prst="line">
            <a:avLst/>
          </a:prstGeom>
          <a:ln w="31750">
            <a:solidFill>
              <a:srgbClr val="26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20640" y="4251960"/>
            <a:ext cx="731520" cy="91440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52160" y="4069080"/>
            <a:ext cx="731520" cy="182880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0" y="4069080"/>
            <a:ext cx="731520" cy="91440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15200" y="3886200"/>
            <a:ext cx="731520" cy="274320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046720" y="3749039"/>
            <a:ext cx="731520" cy="137161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78240" y="3749039"/>
            <a:ext cx="731520" cy="91441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509760" y="3611880"/>
            <a:ext cx="822960" cy="228600"/>
          </a:xfrm>
          <a:prstGeom prst="line">
            <a:avLst/>
          </a:prstGeom>
          <a:ln w="31750">
            <a:solidFill>
              <a:srgbClr val="2A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0" y="528523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67BE"/>
                </a:solidFill>
                <a:latin typeface="Aptos"/>
              </a:defRPr>
            </a:pPr>
            <a:r>
              <a:t>Historical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8523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9D68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Smart Stock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Turn prediction into an action before the problem reaches the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64008" cy="324612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0078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19072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LOW-STOCK / STOCKOUT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76272"/>
            <a:ext cx="411480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Forecasted demand is approaching or exceeding available stock.</a:t>
            </a:r>
            <a:br/>
            <a:br/>
            <a:r>
              <a:t>→ Trigger a reorder alert</a:t>
            </a:r>
            <a:br/>
            <a:r>
              <a:t>→ Keep the user ahead of the shortage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074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32461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70078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719072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OVERSTOCK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176272"/>
            <a:ext cx="4114800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Available stock is high compared with expected demand.</a:t>
            </a:r>
            <a:br/>
            <a:br/>
            <a:r>
              <a:t>→ Highlight slow-moving risk</a:t>
            </a:r>
            <a:br/>
            <a:r>
              <a:t>→ Give the user a reason to review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667BE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257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57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B9137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257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257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A9D68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From Raw Data to a Business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A simple user journey designed for speed and clarity.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64008" cy="21488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39112"/>
            <a:ext cx="914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5857" y="2496312"/>
            <a:ext cx="814111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Secure account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96312" y="1874519"/>
            <a:ext cx="64008" cy="2148840"/>
          </a:xfrm>
          <a:prstGeom prst="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7B4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39112"/>
            <a:ext cx="11247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7809" y="2496312"/>
            <a:ext cx="814111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Products &amp; stock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98264" y="1874519"/>
            <a:ext cx="64008" cy="214884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9354" y="2039112"/>
            <a:ext cx="115037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496312"/>
            <a:ext cx="896112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Historical sales /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0216" y="1874519"/>
            <a:ext cx="64008" cy="21488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01384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2844" y="2057401"/>
            <a:ext cx="122165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rPr dirty="0"/>
              <a:t>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4" y="2496312"/>
            <a:ext cx="914400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Future product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4424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02168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02168" y="1874519"/>
            <a:ext cx="64008" cy="21488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03336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9535" y="2039112"/>
            <a:ext cx="81824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rPr dirty="0"/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1548" y="2496312"/>
            <a:ext cx="936228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Stockout / overstock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6376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1874519"/>
            <a:ext cx="1645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104120" y="1874519"/>
            <a:ext cx="64008" cy="21488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05288" y="20208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039112"/>
            <a:ext cx="685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rPr dirty="0"/>
              <a:t>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07329" y="2496312"/>
            <a:ext cx="832399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Make a smarter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4983480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0E1F35"/>
                </a:solidFill>
                <a:latin typeface="Aptos"/>
              </a:defRPr>
            </a:pPr>
            <a:r>
              <a:t>No complicated workflow. One platform, one clear decision path.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Architecture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A modular full-stack foundation that keeps the product extensible.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6675120" cy="566928"/>
          </a:xfrm>
          <a:prstGeom prst="round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15270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Business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21992"/>
            <a:ext cx="6675120" cy="566928"/>
          </a:xfrm>
          <a:prstGeom prst="round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23317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1343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[Your frontend technology]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026664"/>
            <a:ext cx="6675120" cy="566928"/>
          </a:xfrm>
          <a:prstGeom prst="round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313639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18104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Java + Spring Boot / REST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831336"/>
            <a:ext cx="6675120" cy="566928"/>
          </a:xfrm>
          <a:prstGeom prst="round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1800" y="394106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+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22776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Inventory • Sales • Forecast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636008"/>
            <a:ext cx="6675120" cy="566928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474573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27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MySQL / persistent application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14884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38360" y="2148840"/>
            <a:ext cx="64008" cy="192024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9528" y="229514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3535" y="2313432"/>
            <a:ext cx="1086465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rPr dirty="0"/>
              <a:t>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2997944"/>
            <a:ext cx="1563624" cy="1054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rPr dirty="0"/>
              <a:t>Suitable data-driven forecasting approach / API integrated with the backend.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5321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974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8064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1F35"/>
                </a:solidFill>
                <a:latin typeface="Aptos"/>
              </a:defRPr>
            </a:pPr>
            <a:r>
              <a:t>Forecast + Alerts →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What Makes OBSTOCKER Different?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Move from inventory visibility to inventory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83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3840480"/>
          </a:xfrm>
          <a:prstGeom prst="rect">
            <a:avLst/>
          </a:prstGeom>
          <a:solidFill>
            <a:srgbClr val="69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69748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73351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TRADITIONAL / 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30552"/>
            <a:ext cx="4023360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What do I have?</a:t>
            </a:r>
            <a:br/>
            <a:br/>
            <a:r>
              <a:t>→ Look at current stock</a:t>
            </a:r>
            <a:br/>
            <a:r>
              <a:t>→ Manually inspect sales</a:t>
            </a:r>
            <a:br/>
            <a:r>
              <a:t>→ Guess future demand</a:t>
            </a:r>
            <a:br/>
            <a:r>
              <a:t>→ React when a problem appears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4983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64008" cy="384048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673351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OBSTOCKER / PREDICTIVE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130552"/>
            <a:ext cx="4023360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What am I likely to need?</a:t>
            </a:r>
            <a:br/>
            <a:br/>
            <a:r>
              <a:t>→ Combine stock + sales history</a:t>
            </a:r>
            <a:br/>
            <a:r>
              <a:t>→ Forecast future demand</a:t>
            </a:r>
            <a:br/>
            <a:r>
              <a:t>→ Detect risk early</a:t>
            </a:r>
            <a:br/>
            <a:r>
              <a:t>→ Act before the problem grows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62356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E1F35"/>
                </a:solidFill>
                <a:latin typeface="Aptos"/>
              </a:defRPr>
            </a:pPr>
            <a:r>
              <a:t>We don't just monitor inventory. We help businesses anticipate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482"/>
                </a:solidFill>
                <a:latin typeface="Aptos"/>
              </a:defRPr>
            </a:pPr>
            <a:r>
              <a:t>The value is not the forecast itself — it is the decision the forecast enables.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6916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73351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REDUCE STOCKOUT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30552"/>
            <a:ext cx="4114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Avoid missed sales caused by insufficient inventory.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64008" cy="16916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55063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673351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REDUCE OVERSTOCK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130552"/>
            <a:ext cx="4114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Minimize unnecessary inventory and blocked capital.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64008" cy="16916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8039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822191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FASTER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279392"/>
            <a:ext cx="4114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Turn complex sales data into actionable insights.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57600"/>
            <a:ext cx="5074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657600"/>
            <a:ext cx="64008" cy="169164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8039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822191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DATA-DRIVEN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279392"/>
            <a:ext cx="4114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97482"/>
                </a:solidFill>
                <a:latin typeface="Aptos"/>
              </a:defRPr>
            </a:pPr>
            <a:r>
              <a:t>Replace guesswork with evidence from sales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23560"/>
            <a:ext cx="8595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E1F35"/>
                </a:solidFill>
                <a:latin typeface="Aptos"/>
              </a:defRPr>
            </a:pPr>
            <a:r>
              <a:t>Business outcome: smarter inventory decisions with less manual effort.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35"/>
                </a:solidFill>
                <a:latin typeface="Aptos"/>
              </a:defRPr>
            </a:pPr>
            <a:r>
              <a:t>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143000" cy="384048"/>
          </a:xfrm>
          <a:prstGeom prst="round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44168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E1F35"/>
                </a:solidFill>
                <a:latin typeface="Aptos"/>
              </a:defRPr>
            </a:pPr>
            <a:r>
              <a:t>Inventory + Sales + Forecasting +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6479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974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21991"/>
            <a:ext cx="1143000" cy="384048"/>
          </a:xfrm>
          <a:prstGeom prst="round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79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240279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E1F35"/>
                </a:solidFill>
                <a:latin typeface="Aptos"/>
              </a:defRPr>
            </a:pPr>
            <a:r>
              <a:t>Multi-location / warehouse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60903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974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18104"/>
            <a:ext cx="1143000" cy="384048"/>
          </a:xfrm>
          <a:prstGeom prst="round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3639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36392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E1F35"/>
                </a:solidFill>
                <a:latin typeface="Aptos"/>
              </a:defRPr>
            </a:pPr>
            <a:r>
              <a:t>Automated reorder quantity + timing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5701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974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14215"/>
            <a:ext cx="1143000" cy="384048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32503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32503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E1F35"/>
                </a:solidFill>
                <a:latin typeface="Aptos"/>
              </a:defRPr>
            </a:pPr>
            <a:r>
              <a:t>Price optimization for slow-moving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53127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974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10328"/>
            <a:ext cx="1143000" cy="384048"/>
          </a:xfrm>
          <a:prstGeom prst="round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2861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928616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F35"/>
                </a:solidFill>
                <a:latin typeface="Aptos"/>
              </a:defRPr>
            </a:pPr>
            <a:r>
              <a:t>What-if simulation + supplier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8064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1F35"/>
                </a:solidFill>
                <a:latin typeface="Aptos"/>
              </a:defRPr>
            </a:pPr>
            <a:r>
              <a:t>Long-term vision: an intelligent system that can recommend — and eventually automate — inventory 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697482"/>
                </a:solidFill>
                <a:latin typeface="Aptos"/>
              </a:defRPr>
            </a:pPr>
            <a:r>
              <a:t>OBSTOCKER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Live Demo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6916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19072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17627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Secure business user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64008" cy="1691640"/>
          </a:xfrm>
          <a:prstGeom prst="rect">
            <a:avLst/>
          </a:prstGeom>
          <a:solidFill>
            <a:srgbClr val="37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70078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7B4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19072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17627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See inventory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64008" cy="1691640"/>
          </a:xfrm>
          <a:prstGeom prst="rect">
            <a:avLst/>
          </a:prstGeom>
          <a:solidFill>
            <a:srgbClr val="2A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70078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A9D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1719072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17627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Add / update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64008" cy="16916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496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B91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867911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32511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Upload historical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70332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703320"/>
            <a:ext cx="64008" cy="16916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38496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A4F4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867911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432511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Generate future demand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703320"/>
            <a:ext cx="3337560" cy="1691640"/>
          </a:xfrm>
          <a:prstGeom prst="roundRect">
            <a:avLst/>
          </a:prstGeom>
          <a:solidFill>
            <a:srgbClr val="1C2F46"/>
          </a:solidFill>
          <a:ln w="12700">
            <a:solidFill>
              <a:srgbClr val="41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703320"/>
            <a:ext cx="64008" cy="1691640"/>
          </a:xfrm>
          <a:prstGeom prst="rect">
            <a:avLst/>
          </a:prstGeom>
          <a:solidFill>
            <a:srgbClr val="26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384962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667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3867911"/>
            <a:ext cx="23774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4325112"/>
            <a:ext cx="2377439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D6DFEA"/>
                </a:solidFill>
                <a:latin typeface="Aptos"/>
              </a:defRPr>
            </a:pPr>
            <a:r>
              <a:t>Show reorder / overstock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76072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Demo narrative: Problem → Data → Forecast → Risk →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96A5B6"/>
                </a:solidFill>
                <a:latin typeface="Aptos"/>
              </a:defRPr>
            </a:pPr>
            <a:r>
              <a:t>OBSTOCKER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7B4CD"/>
                </a:solidFill>
                <a:latin typeface="Aptos"/>
              </a:defRPr>
            </a:pPr>
            <a:r>
              <a:t>THE FUTURE OF INVENTORY IS PREDICTIVE.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9875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Don't wait for inventory problems</a:t>
            </a:r>
            <a:br/>
            <a:r>
              <a:t>to happen. Predict them before they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3794760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OBSTOCKER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61772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BED2E8"/>
                </a:solidFill>
                <a:latin typeface="Aptos"/>
              </a:defRPr>
            </a:pPr>
            <a:r>
              <a:t>Manage  →  Analyze  →  Predict  →  Alert  → 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5669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96A5B6"/>
                </a:solidFill>
                <a:latin typeface="Aptos"/>
              </a:defRPr>
            </a:pPr>
            <a:r>
              <a:t>OBSTOCKER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971</Words>
  <Application>Microsoft Office PowerPoint</Application>
  <PresentationFormat>Widescreen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Shailesh Prajapati</dc:creator>
  <cp:keywords/>
  <dc:description>generated using python-pptx</dc:description>
  <cp:lastModifiedBy>shailesh prajapati</cp:lastModifiedBy>
  <cp:revision>2</cp:revision>
  <dcterms:created xsi:type="dcterms:W3CDTF">2013-01-27T09:14:16Z</dcterms:created>
  <dcterms:modified xsi:type="dcterms:W3CDTF">2026-08-14T12:30:11Z</dcterms:modified>
  <cp:category/>
</cp:coreProperties>
</file>